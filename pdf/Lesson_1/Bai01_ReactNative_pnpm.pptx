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9144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37360"/>
            <a:ext cx="9144000" cy="9144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606040"/>
            <a:ext cx="9144000" cy="9144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74720"/>
            <a:ext cx="9144000" cy="9144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343400"/>
            <a:ext cx="9144000" cy="9144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9144" cy="5143500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731520"/>
            <a:ext cx="6400800" cy="3200400"/>
          </a:xfrm>
          <a:prstGeom prst="ellipse">
            <a:avLst/>
          </a:prstGeom>
          <a:solidFill>
            <a:srgbClr val="00E5FF">
              <a:alpha val="4000"/>
            </a:srgbClr>
          </a:solidFill>
          <a:ln w="12700">
            <a:solidFill>
              <a:srgbClr val="00E5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320040"/>
            <a:ext cx="2743200" cy="3840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20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✦  2026 EDITION  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8229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Lập Trình Mobile App</a:t>
            </a:r>
            <a:endParaRPr lang="en-US" sz="4600" dirty="0"/>
          </a:p>
        </p:txBody>
      </p:sp>
      <p:sp>
        <p:nvSpPr>
          <p:cNvPr id="23" name="Shape 21"/>
          <p:cNvSpPr/>
          <p:nvPr/>
        </p:nvSpPr>
        <p:spPr>
          <a:xfrm>
            <a:off x="1828800" y="1691640"/>
            <a:ext cx="5486400" cy="896112"/>
          </a:xfrm>
          <a:prstGeom prst="rect">
            <a:avLst/>
          </a:prstGeom>
          <a:solidFill>
            <a:srgbClr val="00E5FF">
              <a:alpha val="12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1691640"/>
            <a:ext cx="5486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Native</a:t>
            </a:r>
            <a:endParaRPr lang="en-US" sz="5000" dirty="0"/>
          </a:p>
        </p:txBody>
      </p:sp>
      <p:sp>
        <p:nvSpPr>
          <p:cNvPr id="25" name="Text 23"/>
          <p:cNvSpPr/>
          <p:nvPr/>
        </p:nvSpPr>
        <p:spPr>
          <a:xfrm>
            <a:off x="457200" y="26974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Từ Zero đến App hoàn chỉnh — Tối ưu hiệu năng với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3090672"/>
            <a:ext cx="2194560" cy="4754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0" y="30906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pnpm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371600" y="3703320"/>
            <a:ext cx="6400800" cy="27432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3822192"/>
            <a:ext cx="411480" cy="41148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3657600" y="3822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Người hướng dẫn: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657600" y="3995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Quách Thành Long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863840" y="365760"/>
            <a:ext cx="1097280" cy="1097280"/>
          </a:xfrm>
          <a:prstGeom prst="ellipse">
            <a:avLst/>
          </a:prstGeom>
          <a:solidFill>
            <a:srgbClr val="00E5FF"/>
          </a:solidFill>
          <a:ln w="38100">
            <a:solidFill>
              <a:srgbClr val="00B8C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7863840" y="475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D1A"/>
                </a:solidFill>
              </a:rPr>
              <a:t>BÀI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863840" y="7315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35" name="Shape 32"/>
          <p:cNvSpPr/>
          <p:nvPr/>
        </p:nvSpPr>
        <p:spPr>
          <a:xfrm>
            <a:off x="320040" y="4681728"/>
            <a:ext cx="1572768" cy="329184"/>
          </a:xfrm>
          <a:prstGeom prst="rect">
            <a:avLst/>
          </a:prstGeom>
          <a:solidFill>
            <a:srgbClr val="00B8CC">
              <a:alpha val="75000"/>
            </a:srgbClr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46817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React Native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2029968" y="4681728"/>
            <a:ext cx="1572768" cy="329184"/>
          </a:xfrm>
          <a:prstGeom prst="rect">
            <a:avLst/>
          </a:prstGeom>
          <a:solidFill>
            <a:srgbClr val="FF6B35">
              <a:alpha val="7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029968" y="46817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pnpm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3739896" y="4681728"/>
            <a:ext cx="1572768" cy="329184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739896" y="46817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TypeScript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449824" y="4681728"/>
            <a:ext cx="1572768" cy="329184"/>
          </a:xfrm>
          <a:prstGeom prst="rect">
            <a:avLst/>
          </a:prstGeom>
          <a:solidFill>
            <a:srgbClr val="00C96B">
              <a:alpha val="75000"/>
            </a:srgbClr>
          </a:solidFill>
          <a:ln w="12700">
            <a:solidFill>
              <a:srgbClr val="00C96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49824" y="46817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Metro Bundler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7159752" y="4681728"/>
            <a:ext cx="1572768" cy="329184"/>
          </a:xfrm>
          <a:prstGeom prst="rect">
            <a:avLst/>
          </a:prstGeom>
          <a:solidFill>
            <a:srgbClr val="0078D4">
              <a:alpha val="75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159752" y="468172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VS Code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001229"/>
          </a:solidFill>
          <a:ln w="12700">
            <a:solidFill>
              <a:srgbClr val="0012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Nội Dung Bài 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</a:rPr>
              <a:t>React Native &amp; pnpm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46720" y="164592"/>
            <a:ext cx="658368" cy="65836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B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164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206240" cy="1188720"/>
          </a:xfrm>
          <a:prstGeom prst="rect">
            <a:avLst/>
          </a:prstGeom>
          <a:solidFill>
            <a:srgbClr val="001F3F"/>
          </a:solidFill>
          <a:ln w="12700">
            <a:solidFill>
              <a:srgbClr val="00E5FF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1188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307592"/>
            <a:ext cx="621792" cy="621792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99032"/>
            <a:ext cx="438912" cy="4389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1155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</a:rPr>
              <a:t>01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474720" y="1124712"/>
            <a:ext cx="841248" cy="237744"/>
          </a:xfrm>
          <a:prstGeom prst="rect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0" y="112471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Setup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43000" y="13441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Cài đặt pnpm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43000" y="17099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Package manager tốc độ cao — tại sao không dùng npm?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09160" y="1051560"/>
            <a:ext cx="4206240" cy="1188720"/>
          </a:xfrm>
          <a:prstGeom prst="rect">
            <a:avLst/>
          </a:prstGeom>
          <a:solidFill>
            <a:srgbClr val="001F3F"/>
          </a:solidFill>
          <a:ln w="12700">
            <a:solidFill>
              <a:srgbClr val="FF6B35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1051560"/>
            <a:ext cx="64008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92040" y="1307592"/>
            <a:ext cx="621792" cy="621792"/>
          </a:xfrm>
          <a:prstGeom prst="ellipse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99032"/>
            <a:ext cx="438912" cy="43891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623560" y="11155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02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955280" y="1124712"/>
            <a:ext cx="841248" cy="237744"/>
          </a:xfrm>
          <a:prstGeom prst="rect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955280" y="112471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Init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623560" y="13441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Khởi tạo Project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623560" y="17099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npx react-native init — cấu trúc thư mục chuẩn Pro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28600" y="2350008"/>
            <a:ext cx="4206240" cy="1188720"/>
          </a:xfrm>
          <a:prstGeom prst="rect">
            <a:avLst/>
          </a:prstGeom>
          <a:solidFill>
            <a:srgbClr val="001F3F"/>
          </a:solidFill>
          <a:ln w="12700">
            <a:solidFill>
              <a:srgbClr val="FFD700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228600" y="2350008"/>
            <a:ext cx="64008" cy="1188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11480" y="2606040"/>
            <a:ext cx="621792" cy="621792"/>
          </a:xfrm>
          <a:prstGeom prst="ellipse">
            <a:avLst/>
          </a:prstGeom>
          <a:solidFill>
            <a:srgbClr val="FFD700">
              <a:alpha val="20000"/>
            </a:srgbClr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97480"/>
            <a:ext cx="438912" cy="43891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143000" y="24140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03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474720" y="2423160"/>
            <a:ext cx="841248" cy="237744"/>
          </a:xfrm>
          <a:prstGeom prst="rect">
            <a:avLst/>
          </a:prstGeom>
          <a:solidFill>
            <a:srgbClr val="FFD700">
              <a:alpha val="2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474720" y="242316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Config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1143000" y="264261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Cấu hình .npmrc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1143000" y="30083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shamefully-hoist — bí quyết Metro Bundler ổn định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709160" y="2350008"/>
            <a:ext cx="4206240" cy="1188720"/>
          </a:xfrm>
          <a:prstGeom prst="rect">
            <a:avLst/>
          </a:prstGeom>
          <a:solidFill>
            <a:srgbClr val="001F3F"/>
          </a:solidFill>
          <a:ln w="12700">
            <a:solidFill>
              <a:srgbClr val="00FF8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4709160" y="2350008"/>
            <a:ext cx="64008" cy="1188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892040" y="2606040"/>
            <a:ext cx="621792" cy="621792"/>
          </a:xfrm>
          <a:prstGeom prst="ellipse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00FF88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697480"/>
            <a:ext cx="438912" cy="43891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623560" y="24140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04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7955280" y="2423160"/>
            <a:ext cx="841248" cy="237744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955280" y="242316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5623560" y="264261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Hello World App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5623560" y="30083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View, Text, StyleSheet — code đầu tiên với TypeScript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228600" y="3648456"/>
            <a:ext cx="4206240" cy="1188720"/>
          </a:xfrm>
          <a:prstGeom prst="rect">
            <a:avLst/>
          </a:prstGeom>
          <a:solidFill>
            <a:srgbClr val="001F3F"/>
          </a:solidFill>
          <a:ln w="12700">
            <a:solidFill>
              <a:srgbClr val="A78BFA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228600" y="3648456"/>
            <a:ext cx="64008" cy="1188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411480" y="3904488"/>
            <a:ext cx="621792" cy="621792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95928"/>
            <a:ext cx="438912" cy="438912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1143000" y="37124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05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3474720" y="3721608"/>
            <a:ext cx="841248" cy="237744"/>
          </a:xfrm>
          <a:prstGeom prst="rect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3474720" y="372160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Tips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1143000" y="394106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 Code Tips</a:t>
            </a:r>
            <a:endParaRPr lang="en-US" sz="1300" dirty="0"/>
          </a:p>
        </p:txBody>
      </p:sp>
      <p:sp>
        <p:nvSpPr>
          <p:cNvPr id="52" name="Text 45"/>
          <p:cNvSpPr/>
          <p:nvPr/>
        </p:nvSpPr>
        <p:spPr>
          <a:xfrm>
            <a:off x="1143000" y="430682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Extension PDF Preview — học song song slide + code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4709160" y="3648456"/>
            <a:ext cx="4206240" cy="1188720"/>
          </a:xfrm>
          <a:prstGeom prst="rect">
            <a:avLst/>
          </a:prstGeom>
          <a:solidFill>
            <a:srgbClr val="001F3F"/>
          </a:solidFill>
          <a:ln w="12700">
            <a:solidFill>
              <a:srgbClr val="FF6B35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4709160" y="3648456"/>
            <a:ext cx="64008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4892040" y="3904488"/>
            <a:ext cx="621792" cy="621792"/>
          </a:xfrm>
          <a:prstGeom prst="ellipse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995928"/>
            <a:ext cx="438912" cy="438912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5623560" y="37124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06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7955280" y="3721608"/>
            <a:ext cx="841248" cy="237744"/>
          </a:xfrm>
          <a:prstGeom prst="rect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7955280" y="372160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HW</a:t>
            </a:r>
            <a:endParaRPr lang="en-US" sz="800" dirty="0"/>
          </a:p>
        </p:txBody>
      </p:sp>
      <p:sp>
        <p:nvSpPr>
          <p:cNvPr id="60" name="Text 52"/>
          <p:cNvSpPr/>
          <p:nvPr/>
        </p:nvSpPr>
        <p:spPr>
          <a:xfrm>
            <a:off x="5623560" y="394106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Bài Tập Về Nhà</a:t>
            </a:r>
            <a:endParaRPr lang="en-US" sz="1300" dirty="0"/>
          </a:p>
        </p:txBody>
      </p:sp>
      <p:sp>
        <p:nvSpPr>
          <p:cNvPr id="61" name="Text 53"/>
          <p:cNvSpPr/>
          <p:nvPr/>
        </p:nvSpPr>
        <p:spPr>
          <a:xfrm>
            <a:off x="5623560" y="430682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3 nhiệm vụ thực hành — run-android &amp; tùy biến 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Tại Sao Dùng pnpm Thay npm?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24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So Sánh Tốc Độ Cài Đặt (giây, ít hơn = tốt hơn)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417320"/>
            <a:ext cx="3840480" cy="56692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npm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15968" y="1508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</a:rPr>
              <a:t>42s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221992"/>
            <a:ext cx="2560320" cy="566928"/>
          </a:xfrm>
          <a:prstGeom prst="rect">
            <a:avLst/>
          </a:prstGeom>
          <a:solidFill>
            <a:srgbClr val="2C8EBB"/>
          </a:solidFill>
          <a:ln w="12700">
            <a:solidFill>
              <a:srgbClr val="2C8EB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2221992"/>
            <a:ext cx="256032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yarn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035808" y="23134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8EBB"/>
                </a:solidFill>
              </a:rPr>
              <a:t>28s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3026664"/>
            <a:ext cx="1280160" cy="5669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65760" y="3026664"/>
            <a:ext cx="128016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pnpm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755648" y="31181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14s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5760" y="4041648"/>
            <a:ext cx="4206240" cy="36576"/>
          </a:xfrm>
          <a:prstGeom prst="rect">
            <a:avLst/>
          </a:prstGeom>
          <a:solidFill>
            <a:srgbClr val="8899AA">
              <a:alpha val="30000"/>
            </a:srgbClr>
          </a:solidFill>
          <a:ln w="12700">
            <a:solidFill>
              <a:srgbClr val="8899AA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4114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⚡ pnpm nhanh hơn npm 3x, yarn 2x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46320" y="10241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3 Lý Do Dùng pnpm: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1417320"/>
            <a:ext cx="4023360" cy="1097280"/>
          </a:xfrm>
          <a:prstGeom prst="rect">
            <a:avLst/>
          </a:prstGeom>
          <a:solidFill>
            <a:srgbClr val="001F3F"/>
          </a:solidFill>
          <a:ln w="12700">
            <a:solidFill>
              <a:srgbClr val="00E5FF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1417320"/>
            <a:ext cx="402336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1527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5577840" y="15270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Tiết kiệm ổ cứng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577840" y="18562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Hard link packages — cùng 1 package, không lưu 2 lần. Tiết kiệm ~60% dung lượng node_modules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846320" y="2624328"/>
            <a:ext cx="4023360" cy="1097280"/>
          </a:xfrm>
          <a:prstGeom prst="rect">
            <a:avLst/>
          </a:prstGeom>
          <a:solidFill>
            <a:srgbClr val="001F3F"/>
          </a:solidFill>
          <a:ln w="12700">
            <a:solidFill>
              <a:srgbClr val="FF6B35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46320" y="2624328"/>
            <a:ext cx="402336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92040" y="2734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5577840" y="27340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Cực kỳ nhanh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577840" y="30632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Cache thông minh — đã tải 1 lần, các project sau dùng lại ngay lập tức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846320" y="3831336"/>
            <a:ext cx="4023360" cy="1097280"/>
          </a:xfrm>
          <a:prstGeom prst="rect">
            <a:avLst/>
          </a:prstGeom>
          <a:solidFill>
            <a:srgbClr val="001F3F"/>
          </a:solidFill>
          <a:ln w="12700">
            <a:solidFill>
              <a:srgbClr val="00FF88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846320" y="3831336"/>
            <a:ext cx="4023360" cy="640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92040" y="39410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5577840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</a:rPr>
              <a:t>Strict &amp; An toàn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577840" y="42702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Không phantom dependencies — chỉ dùng packages được khai báo trong package.json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1229"/>
          </a:solidFill>
          <a:ln w="12700">
            <a:solidFill>
              <a:srgbClr val="0012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109728"/>
            <a:ext cx="1417320" cy="6400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01168"/>
            <a:ext cx="411480" cy="411480"/>
          </a:xfrm>
          <a:prstGeom prst="ellipse">
            <a:avLst/>
          </a:prstGeom>
          <a:solidFill>
            <a:srgbClr val="000D1A"/>
          </a:solidFill>
          <a:ln w="12700">
            <a:solidFill>
              <a:srgbClr val="000D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D1A"/>
                </a:solidFill>
              </a:rPr>
              <a:t>Cài pnpm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0020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6712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Init Project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0896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7588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Cấu hình .npmrc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8464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Hello World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2648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9340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VS Code Tips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63524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2668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0216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Bài Tập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960120"/>
            <a:ext cx="8595360" cy="530352"/>
          </a:xfrm>
          <a:prstGeom prst="rect">
            <a:avLst/>
          </a:prstGeom>
          <a:solidFill>
            <a:srgbClr val="00E5FF">
              <a:alpha val="12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24128"/>
            <a:ext cx="384048" cy="38404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914400" y="9875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Bước 1 — Cài Đặt Engine (pnpm)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365760" y="1600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Cài pnpm toàn cục: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65760" y="1920240"/>
            <a:ext cx="3931920" cy="347472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2920" y="2011680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58952" y="2011680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14984" y="2011680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371600" y="1920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Terminal — Cài pnpm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65760" y="2267712"/>
            <a:ext cx="3931920" cy="658368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2920" y="235915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Cài đặt pnpm toàn cục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pnpm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Kiểm tra phiên bản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-v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9.x.x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365760" y="2999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Kết quả sau khi cài thành công: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65760" y="3310128"/>
            <a:ext cx="3931920" cy="347472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2920" y="3401568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58952" y="3401568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14984" y="3401568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371600" y="33101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Kiểm Tra Cài Đặt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365760" y="3657600"/>
            <a:ext cx="3931920" cy="1225296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02920" y="3749040"/>
            <a:ext cx="37033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-v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v22.x.x  ✅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-v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9.x.x    ✅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store path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~/.local/share/pnpm/store/v3  ✅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4572000" y="960120"/>
            <a:ext cx="4297680" cy="365760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6344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💡  Tại Sao Cần Node.js Trước?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4572000" y="1417320"/>
            <a:ext cx="4297680" cy="9144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645152" y="1527048"/>
            <a:ext cx="530352" cy="53035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645152" y="1527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D1A"/>
                </a:solidFill>
              </a:rPr>
              <a:t>1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5266944" y="1508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Tải Node.js LTS tại nodejs.org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5266944" y="18196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Chọn bản LTS (ổn định) — đừng chọn Current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4572000" y="2441448"/>
            <a:ext cx="4297680" cy="9144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645152" y="2551176"/>
            <a:ext cx="530352" cy="53035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645152" y="25511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D1A"/>
                </a:solidFill>
              </a:rPr>
              <a:t>2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5266944" y="25328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Kiểm tra: node -v → v20+ hoặc v22+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5266944" y="28437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React Native 2026 yêu cầu Node 18+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4572000" y="3465576"/>
            <a:ext cx="4297680" cy="914400"/>
          </a:xfrm>
          <a:prstGeom prst="rect">
            <a:avLst/>
          </a:prstGeom>
          <a:solidFill>
            <a:srgbClr val="001F3F"/>
          </a:solidFill>
          <a:ln w="12700">
            <a:solidFill>
              <a:srgbClr val="FFD700">
                <a:alpha val="4000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645152" y="3575304"/>
            <a:ext cx="530352" cy="53035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645152" y="35753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D1A"/>
                </a:solidFill>
              </a:rPr>
              <a:t>3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5266944" y="35570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npm được cài kèm Node.js tự động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5266944" y="38679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Dùng npm để cài pnpm, sau đó dùng pnpm cho mọi thứ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</a:rPr>
              <a:t>⚡  Pro Tip: Cài pnpm một lần — dùng cho tất cả project React Native, React, Node.js về sau!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1229"/>
          </a:solidFill>
          <a:ln w="12700">
            <a:solidFill>
              <a:srgbClr val="0012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Cài pnpm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00200" y="109728"/>
            <a:ext cx="1417320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201168"/>
            <a:ext cx="411480" cy="411480"/>
          </a:xfrm>
          <a:prstGeom prst="ellipse">
            <a:avLst/>
          </a:prstGeom>
          <a:solidFill>
            <a:srgbClr val="000D1A"/>
          </a:solidFill>
          <a:ln w="12700">
            <a:solidFill>
              <a:srgbClr val="000D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6712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D1A"/>
                </a:solidFill>
              </a:rPr>
              <a:t>Init Project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0896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7588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Cấu hình .npmrc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8464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Hello World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2648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9340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VS Code Tips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63524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2668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0216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Bài Tập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24128"/>
            <a:ext cx="365760" cy="3657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914400" y="9875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Bước 2 — Khởi Tạo Dự Án React Native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365760" y="1572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Lệnh khởi tạo project: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65760" y="1874520"/>
            <a:ext cx="5029200" cy="347472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2920" y="1965960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58952" y="1965960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14984" y="1965960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371600" y="1874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Terminal — Khởi tạo project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65760" y="2221992"/>
            <a:ext cx="5029200" cy="978408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2920" y="2313432"/>
            <a:ext cx="4800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Khởi tạo project mới (luôn dùng @latest)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react-native@latest init MyFirstApp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 chuyển vào thư mục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MyFirstApp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Mở bằng VS 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365760" y="3291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Cấu trúc thư mục sau khi init: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65760" y="3593592"/>
            <a:ext cx="5029200" cy="347472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2920" y="368503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58952" y="368503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14984" y="368503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371600" y="35935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Cấu Trúc Thư Mục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365760" y="3941064"/>
            <a:ext cx="5029200" cy="1097280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02920" y="4032504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MyFirstApp/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android/          ← Native Android 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ios/              ← Native iOS 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src/              ← Code bạn sẽ làm việc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App.tsx           ← Entry point chính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package.json      ← Dependencies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tsconfig.json     ← TypeScript config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metro.config.js   ← Metro Bundler config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5577840" y="960120"/>
            <a:ext cx="3291840" cy="347472"/>
          </a:xfrm>
          <a:prstGeom prst="rect">
            <a:avLst/>
          </a:prstGeom>
          <a:solidFill>
            <a:srgbClr val="00E5FF">
              <a:alpha val="7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669280" y="960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📌  File Quan Trọng Cần Biết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5577840" y="1371600"/>
            <a:ext cx="3291840" cy="676656"/>
          </a:xfrm>
          <a:prstGeom prst="rect">
            <a:avLst/>
          </a:prstGeom>
          <a:solidFill>
            <a:srgbClr val="001F3F"/>
          </a:solidFill>
          <a:ln w="12700">
            <a:solidFill>
              <a:srgbClr val="00E5FF">
                <a:alpha val="35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577840" y="1371600"/>
            <a:ext cx="54864" cy="67665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687568" y="1426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App.tsx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5687568" y="1719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Root component — đây là điểm bắt đầu của app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5577840" y="2121408"/>
            <a:ext cx="3291840" cy="676656"/>
          </a:xfrm>
          <a:prstGeom prst="rect">
            <a:avLst/>
          </a:prstGeom>
          <a:solidFill>
            <a:srgbClr val="001F3F"/>
          </a:solidFill>
          <a:ln w="12700">
            <a:solidFill>
              <a:srgbClr val="FF6B35">
                <a:alpha val="35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577840" y="2121408"/>
            <a:ext cx="54864" cy="6766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687568" y="2176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5687568" y="2468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Danh sách thư viện. pnpm install đọc file này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5577840" y="2871216"/>
            <a:ext cx="3291840" cy="676656"/>
          </a:xfrm>
          <a:prstGeom prst="rect">
            <a:avLst/>
          </a:prstGeom>
          <a:solidFill>
            <a:srgbClr val="001F3F"/>
          </a:solidFill>
          <a:ln w="12700">
            <a:solidFill>
              <a:srgbClr val="FFD700">
                <a:alpha val="3500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577840" y="2871216"/>
            <a:ext cx="54864" cy="67665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687568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metro.config.js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5687568" y="32186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Cấu hình Metro Bundler — bundler của React Native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5577840" y="3621024"/>
            <a:ext cx="3291840" cy="676656"/>
          </a:xfrm>
          <a:prstGeom prst="rect">
            <a:avLst/>
          </a:prstGeom>
          <a:solidFill>
            <a:srgbClr val="001F3F"/>
          </a:solidFill>
          <a:ln w="1270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577840" y="3621024"/>
            <a:ext cx="54864" cy="6766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687568" y="3675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tsconfig.json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5687568" y="3968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Cấu hình TypeScript — strict mode cho code chất lượng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5577840" y="4370832"/>
            <a:ext cx="3291840" cy="676656"/>
          </a:xfrm>
          <a:prstGeom prst="rect">
            <a:avLst/>
          </a:prstGeom>
          <a:solidFill>
            <a:srgbClr val="001F3F"/>
          </a:solidFill>
          <a:ln w="12700">
            <a:solidFill>
              <a:srgbClr val="00FF88">
                <a:alpha val="3500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577840" y="4370832"/>
            <a:ext cx="54864" cy="676656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687568" y="44256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android/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5687568" y="47183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Gradle config, không chỉnh tay trừ khi cần native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1229"/>
          </a:solidFill>
          <a:ln w="12700">
            <a:solidFill>
              <a:srgbClr val="0012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Cài pnpm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0020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6712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Init Project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08960" y="109728"/>
            <a:ext cx="1417320" cy="6400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01168"/>
            <a:ext cx="411480" cy="411480"/>
          </a:xfrm>
          <a:prstGeom prst="ellipse">
            <a:avLst/>
          </a:prstGeom>
          <a:solidFill>
            <a:srgbClr val="000D1A"/>
          </a:solidFill>
          <a:ln w="12700">
            <a:solidFill>
              <a:srgbClr val="000D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6600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7588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D1A"/>
                </a:solidFill>
              </a:rPr>
              <a:t>Cấu hình .npmrc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8464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Hello World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2648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9340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VS Code Tips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63524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2668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0216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Bài Tập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960120"/>
            <a:ext cx="6675120" cy="530352"/>
          </a:xfrm>
          <a:prstGeom prst="rect">
            <a:avLst/>
          </a:prstGeom>
          <a:solidFill>
            <a:srgbClr val="FFD700">
              <a:alpha val="12000"/>
            </a:srgbClr>
          </a:solidFill>
          <a:ln w="12700">
            <a:solidFill>
              <a:srgbClr val="FFD700">
                <a:alpha val="40000"/>
              </a:srgbClr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24128"/>
            <a:ext cx="384048" cy="38404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914400" y="9875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Bước 3 — Cấu hình .npmrc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7086600" y="960120"/>
            <a:ext cx="1828800" cy="5303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86600" y="9601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⚠️ QUAN TRỌNG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65760" y="1581912"/>
            <a:ext cx="8412480" cy="566928"/>
          </a:xfrm>
          <a:prstGeom prst="rect">
            <a:avLst/>
          </a:prstGeom>
          <a:solidFill>
            <a:srgbClr val="330000"/>
          </a:solidFill>
          <a:ln w="12700">
            <a:solidFill>
              <a:srgbClr val="6600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1618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666"/>
                </a:solidFill>
              </a:rPr>
              <a:t>🤔  Vấn Đề: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783080" y="16184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pnpm dùng symlink → Metro Bundler (bundler của RN) không theo dõi được symlink → App bị lỗi khi chạy!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48640" y="20025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</a:rPr>
              <a:t>✅  Giải Pháp: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874520" y="20025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File .npmrc với shamefully-hoist=true → pnpm tạo cấu trúc node_modules phẳng như npm!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365760" y="2331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Tạo file .npmrc tại thư mục gốc project: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65760" y="2651760"/>
            <a:ext cx="4023360" cy="347472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2920" y="2743200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58952" y="2743200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14984" y="2743200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371600" y="2651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.npmrc — Cấu hình pnpm cho React Native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65760" y="2999232"/>
            <a:ext cx="4023360" cy="886968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02920" y="3090672"/>
            <a:ext cx="3794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File: MyFirstApp/.npmrc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(Tạo file mới tại thư mục gốc)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shamefully-hoist=true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public-hoist-pattern[]=*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365760" y="39593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Sau đó chạy install: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365760" y="4242816"/>
            <a:ext cx="4023360" cy="713232"/>
          </a:xfrm>
          <a:prstGeom prst="rect">
            <a:avLst/>
          </a:prstGeom>
          <a:solidFill>
            <a:srgbClr val="000810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2920" y="4379976"/>
            <a:ext cx="3794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Cài dependencies với config mới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install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663440" y="1581912"/>
            <a:ext cx="4206240" cy="347472"/>
          </a:xfrm>
          <a:prstGeom prst="rect">
            <a:avLst/>
          </a:prstGeom>
          <a:solidFill>
            <a:srgbClr val="001F3F"/>
          </a:solidFill>
          <a:ln w="12700">
            <a:solidFill>
              <a:srgbClr val="FFD700">
                <a:alpha val="60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754880" y="15819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📖  Giải Thích Từng Dòng: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663440" y="1993392"/>
            <a:ext cx="4206240" cy="1024128"/>
          </a:xfrm>
          <a:prstGeom prst="rect">
            <a:avLst/>
          </a:prstGeom>
          <a:solidFill>
            <a:srgbClr val="000810"/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773168" y="2084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shamefully-hoist=true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663440" y="2468880"/>
            <a:ext cx="4206240" cy="36576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773168" y="25420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Nâng tất cả packages lên thư mục gốc node_modules thay vì để trong .pnpm/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4663440" y="3108960"/>
            <a:ext cx="4206240" cy="1024128"/>
          </a:xfrm>
          <a:prstGeom prst="rect">
            <a:avLst/>
          </a:prstGeom>
          <a:solidFill>
            <a:srgbClr val="000810"/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773168" y="3200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public-hoist-pattern[]=*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663440" y="3584448"/>
            <a:ext cx="4206240" cy="36576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773168" y="3657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Cho phép tất cả packages được hoist — Metro Bundler có thể tìm thấy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4663440" y="4233672"/>
            <a:ext cx="4206240" cy="731520"/>
          </a:xfrm>
          <a:prstGeom prst="rect">
            <a:avLst/>
          </a:prstGeom>
          <a:solidFill>
            <a:srgbClr val="001F3F"/>
          </a:solidFill>
          <a:ln w="1270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754880" y="4297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</a:rPr>
              <a:t>✅  Sau khi pnpm install thành công: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4754880" y="45537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→  node_modules/ được tạo với cấu trúc phẳng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→  Metro Bundler có thể resolve modules bình thường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1229"/>
          </a:solidFill>
          <a:ln w="12700">
            <a:solidFill>
              <a:srgbClr val="0012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Cài pnpm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0020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6712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Init Project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0896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7588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Cấu hình .npmrc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09728"/>
            <a:ext cx="1417320" cy="6400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01168"/>
            <a:ext cx="411480" cy="411480"/>
          </a:xfrm>
          <a:prstGeom prst="ellipse">
            <a:avLst/>
          </a:prstGeom>
          <a:solidFill>
            <a:srgbClr val="000D1A"/>
          </a:solidFill>
          <a:ln w="12700">
            <a:solidFill>
              <a:srgbClr val="000D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8464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D1A"/>
                </a:solidFill>
              </a:rPr>
              <a:t>Hello World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2648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9340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VS Code Tips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63524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2668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0216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Bài Tập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solidFill>
            <a:srgbClr val="00FF88">
              <a:alpha val="12000"/>
            </a:srgbClr>
          </a:solidFill>
          <a:ln w="12700">
            <a:solidFill>
              <a:srgbClr val="00FF88">
                <a:alpha val="40000"/>
              </a:srgbClr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24128"/>
            <a:ext cx="347472" cy="34747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914400" y="9875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Bước 4 — Code "Hello World" Đầu Tiên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365760" y="1554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App.tsx — Code hoàn chỉnh: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65760" y="1856232"/>
            <a:ext cx="484632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2920" y="194767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58952" y="194767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14984" y="194767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463040" y="18745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App.tsx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65760" y="2203704"/>
            <a:ext cx="4846320" cy="2770632"/>
          </a:xfrm>
          <a:prstGeom prst="rect">
            <a:avLst/>
          </a:prstGeom>
          <a:solidFill>
            <a:srgbClr val="000810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02920" y="2258568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React from 'react';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02920" y="2428646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View, Text, StyleSheet } from 'react-native';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02920" y="2598725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02920" y="2768803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HelloWorldApp = () =&gt; {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02920" y="2938882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02920" y="3108960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&lt;View style={styles.container}&gt;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02920" y="3279038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 style={styles.text}&gt;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02920" y="3449117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Chào mừng đến với Long! 🚀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02920" y="3619195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&lt;/Text&gt;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02920" y="3789274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 style={styles.subText}&gt;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02920" y="3959352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Powered by pnpm &amp; React Native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02920" y="4129430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&lt;/Text&gt;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02920" y="4299509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&lt;/View&gt;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02920" y="4469587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502920" y="4639666"/>
            <a:ext cx="4572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539496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StyleSheet — Phần style: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5394960" y="1856232"/>
            <a:ext cx="3474720" cy="347472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532120" y="1947672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788152" y="1947672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044184" y="1947672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400800" y="18562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StyleSheet.create({})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5394960" y="2203704"/>
            <a:ext cx="3474720" cy="2029968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532120" y="2295144"/>
            <a:ext cx="32461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StyleSheet.create({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flex: 1,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justifyContent: 'center',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alignItems: 'center',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'#001f3f',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'#00e5ff',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fontSize: 20,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fontWeight: 'bold',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subText: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'#ffffff',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marginTop: 10,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5394960" y="4315968"/>
            <a:ext cx="3474720" cy="694944"/>
          </a:xfrm>
          <a:prstGeom prst="rect">
            <a:avLst/>
          </a:prstGeom>
          <a:solidFill>
            <a:srgbClr val="001F3F"/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486400" y="43616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</a:rPr>
              <a:t>📱  App Preview: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6949440" y="4361688"/>
            <a:ext cx="1828800" cy="566928"/>
          </a:xfrm>
          <a:prstGeom prst="rect">
            <a:avLst/>
          </a:prstGeom>
          <a:solidFill>
            <a:srgbClr val="001F3F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995160" y="4407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00E5FF"/>
                </a:solidFill>
              </a:rPr>
              <a:t>Chào mừng đến với Long! 🚀</a:t>
            </a:r>
            <a:endParaRPr lang="en-US" sz="550" dirty="0"/>
          </a:p>
        </p:txBody>
      </p:sp>
      <p:sp>
        <p:nvSpPr>
          <p:cNvPr id="65" name="Text 62"/>
          <p:cNvSpPr/>
          <p:nvPr/>
        </p:nvSpPr>
        <p:spPr>
          <a:xfrm>
            <a:off x="6995160" y="46085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</a:rPr>
              <a:t>Powered by pnpm &amp; React Native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Giải Thích Core Components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</a:rPr>
              <a:t>View  •  Text  •  StyleSheet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46888"/>
            <a:ext cx="566928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024128"/>
            <a:ext cx="2798064" cy="3950208"/>
          </a:xfrm>
          <a:prstGeom prst="rect">
            <a:avLst/>
          </a:prstGeom>
          <a:solidFill>
            <a:srgbClr val="001F3F"/>
          </a:solidFill>
          <a:ln w="12700">
            <a:solidFill>
              <a:srgbClr val="00E5FF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1024128"/>
            <a:ext cx="2798064" cy="530352"/>
          </a:xfrm>
          <a:prstGeom prst="rect">
            <a:avLst/>
          </a:prstGeom>
          <a:solidFill>
            <a:srgbClr val="00E5FF">
              <a:alpha val="8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608" y="10424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&lt;View&gt;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92608" y="1335024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↔ Web: &lt;div&gt;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92608" y="162763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Container layout, không hiển thị gì. Chứa các component khác bên trong. Dùng Flexbox để sắp xếp.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74320" y="2340864"/>
            <a:ext cx="2615184" cy="1828800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2414016"/>
            <a:ext cx="246888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&lt;View style={{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flex: 1,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backgroundColor: '#001f3f',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20,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}}&gt;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{/* con bên trong */}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&lt;/View&gt;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74320" y="4224528"/>
            <a:ext cx="2615184" cy="658368"/>
          </a:xfrm>
          <a:prstGeom prst="rect">
            <a:avLst/>
          </a:prstGeom>
          <a:solidFill>
            <a:srgbClr val="00E5FF">
              <a:alpha val="12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" y="427024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💡  View = div của web nhưng dùng Flexbox mặc định theo column (dọc)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3163824" y="1024128"/>
            <a:ext cx="2798064" cy="3950208"/>
          </a:xfrm>
          <a:prstGeom prst="rect">
            <a:avLst/>
          </a:prstGeom>
          <a:solidFill>
            <a:srgbClr val="001F3F"/>
          </a:solidFill>
          <a:ln w="12700">
            <a:solidFill>
              <a:srgbClr val="00FF88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163824" y="1024128"/>
            <a:ext cx="2798064" cy="530352"/>
          </a:xfrm>
          <a:prstGeom prst="rect">
            <a:avLst/>
          </a:prstGeom>
          <a:solidFill>
            <a:srgbClr val="00FF88">
              <a:alpha val="8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73552" y="10424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&lt;Text&gt;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273552" y="1335024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↔ Web: &lt;p&gt; hoặc &lt;span&gt;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273552" y="162763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Hiển thị văn bản. Mọi text trong RN PHẢI nằm trong &lt;Text&gt;. Không thể đặt text trực tiếp trong View.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55264" y="2340864"/>
            <a:ext cx="2615184" cy="1828800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28416" y="2414016"/>
            <a:ext cx="246888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 style={{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'#00e5ff',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fontSize: 20,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fontWeight: 'bold',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}}&gt;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Nội dung text ở đây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&lt;/Text&gt;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3255264" y="4224528"/>
            <a:ext cx="2615184" cy="658368"/>
          </a:xfrm>
          <a:prstGeom prst="rect">
            <a:avLst/>
          </a:prstGeom>
          <a:solidFill>
            <a:srgbClr val="00FF88">
              <a:alpha val="12000"/>
            </a:srgbClr>
          </a:solidFill>
          <a:ln w="12700">
            <a:solidFill>
              <a:srgbClr val="00FF88">
                <a:alpha val="4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10128" y="427024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💡  ❌ SAI: &lt;View&gt;Text trực tiếp&lt;/View&gt;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✅ ĐÚNG: &lt;Text&gt;Text trong Text&lt;/Text&gt;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6144768" y="1024128"/>
            <a:ext cx="2798064" cy="3950208"/>
          </a:xfrm>
          <a:prstGeom prst="rect">
            <a:avLst/>
          </a:prstGeom>
          <a:solidFill>
            <a:srgbClr val="001F3F"/>
          </a:solidFill>
          <a:ln w="12700">
            <a:solidFill>
              <a:srgbClr val="FFD700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144768" y="1024128"/>
            <a:ext cx="2798064" cy="530352"/>
          </a:xfrm>
          <a:prstGeom prst="rect">
            <a:avLst/>
          </a:prstGeom>
          <a:solidFill>
            <a:srgbClr val="FFD700">
              <a:alpha val="8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54496" y="10424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&lt;StyleSheet&gt;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254496" y="1335024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↔ Web: CSS file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254496" y="162763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API tạo style object. Tối ưu hiệu năng hơn inline style vì được tính toán 1 lần và cache lại.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236208" y="2340864"/>
            <a:ext cx="2615184" cy="1828800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09360" y="2414016"/>
            <a:ext cx="246888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StyleSheet.create({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container: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flex: 1,            // chiều cao 100%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justifyContent: 'center', // dọc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alignItems: 'center',     // ngang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6236208" y="4224528"/>
            <a:ext cx="2615184" cy="658368"/>
          </a:xfrm>
          <a:prstGeom prst="rect">
            <a:avLst/>
          </a:prstGeom>
          <a:solidFill>
            <a:srgbClr val="FFD700">
              <a:alpha val="12000"/>
            </a:srgbClr>
          </a:solidFill>
          <a:ln w="12700">
            <a:solidFill>
              <a:srgbClr val="FFD700">
                <a:alpha val="4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91072" y="427024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</a:rPr>
              <a:t>💡  Tên property dùng camelCase: backgroundColor, fontSize, fontWeight...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1229"/>
          </a:solidFill>
          <a:ln w="12700">
            <a:solidFill>
              <a:srgbClr val="0012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Cài pnpm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0020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6712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Init Project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0896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7588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Cấu hình .npmrc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8464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Hello World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26480" y="109728"/>
            <a:ext cx="1417320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01168"/>
            <a:ext cx="411480" cy="411480"/>
          </a:xfrm>
          <a:prstGeom prst="ellipse">
            <a:avLst/>
          </a:prstGeom>
          <a:solidFill>
            <a:srgbClr val="000D1A"/>
          </a:solidFill>
          <a:ln w="12700">
            <a:solidFill>
              <a:srgbClr val="000D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9340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D1A"/>
                </a:solidFill>
              </a:rPr>
              <a:t>VS Code Tips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635240" y="109728"/>
            <a:ext cx="1417320" cy="64008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26680" y="201168"/>
            <a:ext cx="411480" cy="411480"/>
          </a:xfrm>
          <a:prstGeom prst="ellipse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201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02168" y="228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Bài Tập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24128"/>
            <a:ext cx="347472" cy="34747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914400" y="9875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Bước 5 — Môi Trường Học Tập Tích Hợp (VS Code)</a:t>
            </a:r>
            <a:endParaRPr lang="en-US" sz="1900" dirty="0"/>
          </a:p>
        </p:txBody>
      </p:sp>
      <p:sp>
        <p:nvSpPr>
          <p:cNvPr id="31" name="Shape 28"/>
          <p:cNvSpPr/>
          <p:nvPr/>
        </p:nvSpPr>
        <p:spPr>
          <a:xfrm>
            <a:off x="274320" y="1554480"/>
            <a:ext cx="8595360" cy="50292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1480" y="159105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🖥️  Bí Quyết: Vừa Xem Slide, Vừa Code!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274320" y="2148840"/>
            <a:ext cx="4160520" cy="1298448"/>
          </a:xfrm>
          <a:prstGeom prst="rect">
            <a:avLst/>
          </a:prstGeom>
          <a:solidFill>
            <a:srgbClr val="001F3F"/>
          </a:solidFill>
          <a:ln w="12700">
            <a:solidFill>
              <a:srgbClr val="A78BFA">
                <a:alpha val="5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384048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5" name="Text 32"/>
          <p:cNvSpPr/>
          <p:nvPr/>
        </p:nvSpPr>
        <p:spPr>
          <a:xfrm>
            <a:off x="1051560" y="2240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vscode-pptx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051560" y="253288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by phm-lang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051560" y="27157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Mở file .pptx trực tiếp trong VS Code. Xem slide bên trái, code bên phải — không cần mở PowerPoint!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84048" y="3172968"/>
            <a:ext cx="3931920" cy="228600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7200" y="3191256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ext install phm-lang.vscode-pptx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4754880" y="2148840"/>
            <a:ext cx="4160520" cy="1298448"/>
          </a:xfrm>
          <a:prstGeom prst="rect">
            <a:avLst/>
          </a:prstGeom>
          <a:solidFill>
            <a:srgbClr val="001F3F"/>
          </a:solidFill>
          <a:ln w="12700">
            <a:solidFill>
              <a:srgbClr val="00E5FF">
                <a:alpha val="5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4864608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42" name="Text 39"/>
          <p:cNvSpPr/>
          <p:nvPr/>
        </p:nvSpPr>
        <p:spPr>
          <a:xfrm>
            <a:off x="5532120" y="2240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PDF Preview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532120" y="253288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by tomoki1207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532120" y="27157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Nếu export slide thành PDF, extension này giúp xem PDF inline trong VS Code editor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64608" y="3172968"/>
            <a:ext cx="3931920" cy="228600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937760" y="3191256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ext install tomoki1207.pdf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274320" y="3566160"/>
            <a:ext cx="4160520" cy="1298448"/>
          </a:xfrm>
          <a:prstGeom prst="rect">
            <a:avLst/>
          </a:prstGeom>
          <a:solidFill>
            <a:srgbClr val="001F3F"/>
          </a:solidFill>
          <a:ln w="12700">
            <a:solidFill>
              <a:srgbClr val="FF6B35">
                <a:alpha val="5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384048" y="3730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49" name="Text 46"/>
          <p:cNvSpPr/>
          <p:nvPr/>
        </p:nvSpPr>
        <p:spPr>
          <a:xfrm>
            <a:off x="1051560" y="3657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ES7+ React Snippets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1051560" y="395020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by dsznajder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1051560" y="413308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Gõ 'rnfes' → tự sinh ra functional component TypeScript hoàn chỉnh. Tiết kiệm 80% thời gian gõ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384048" y="4590288"/>
            <a:ext cx="3931920" cy="228600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57200" y="4608576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ext install dsznajder.es7-react-js-snippets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4754880" y="3566160"/>
            <a:ext cx="4160520" cy="1298448"/>
          </a:xfrm>
          <a:prstGeom prst="rect">
            <a:avLst/>
          </a:prstGeom>
          <a:solidFill>
            <a:srgbClr val="001F3F"/>
          </a:solidFill>
          <a:ln w="12700">
            <a:solidFill>
              <a:srgbClr val="00FF88">
                <a:alpha val="55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4864608" y="3730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56" name="Text 53"/>
          <p:cNvSpPr/>
          <p:nvPr/>
        </p:nvSpPr>
        <p:spPr>
          <a:xfrm>
            <a:off x="5532120" y="3657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</a:rPr>
              <a:t>Prettier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5532120" y="395020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by esbenp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5532120" y="413308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Tự động format code khi lưu file. Code đẹp, nhất quán — bắt buộc phải có khi làm team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4864608" y="4590288"/>
            <a:ext cx="3931920" cy="228600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937760" y="4608576"/>
            <a:ext cx="3794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ext install esbenp.prettier-vscode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💡  Workflow: Ctrl+Shift+P → 'Split Editor Right' → Mở App.tsx bên trái + Slide bên phải — Code &amp; học song song!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F3F"/>
          </a:solidFill>
          <a:ln w="12700">
            <a:solidFill>
              <a:srgbClr val="00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Chạy App Lần Đầu Tiên! 🎉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4688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24128"/>
            <a:ext cx="4023360" cy="411480"/>
          </a:xfrm>
          <a:prstGeom prst="rect">
            <a:avLst/>
          </a:prstGeom>
          <a:solidFill>
            <a:srgbClr val="3DDC84">
              <a:alpha val="80000"/>
            </a:srgbClr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1024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Chạy Trên Android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481328"/>
            <a:ext cx="4023360" cy="347472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572768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" y="1572768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23544" y="1572768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14813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Terminal — Android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" y="1828800"/>
            <a:ext cx="4023360" cy="1572768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1920240"/>
            <a:ext cx="37947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1: Start Metro Bundler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start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2: Chạy Android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run android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HOẶC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react-native run-android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Lần đầu mất ~5 phút (build Gradle)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Lần sau chỉ ~30 giây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74320" y="3474720"/>
            <a:ext cx="4023360" cy="384048"/>
          </a:xfrm>
          <a:prstGeom prst="rect">
            <a:avLst/>
          </a:prstGeom>
          <a:solidFill>
            <a:srgbClr val="3DDC84">
              <a:alpha val="20000"/>
            </a:srgbClr>
          </a:solidFill>
          <a:ln w="1270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35021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DC84"/>
                </a:solidFill>
              </a:rPr>
              <a:t>⚠️  Yêu cầu: Android Studio + Android SDK + AVD Emulator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846320" y="1024128"/>
            <a:ext cx="4023360" cy="411480"/>
          </a:xfrm>
          <a:prstGeom prst="rect">
            <a:avLst/>
          </a:prstGeom>
          <a:solidFill>
            <a:srgbClr val="555555">
              <a:alpha val="80000"/>
            </a:srgbClr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56048" y="1024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🍎  Chạy Trên iOS (macOS only)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46320" y="1481328"/>
            <a:ext cx="4023360" cy="347472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83480" y="1572768"/>
            <a:ext cx="146304" cy="14630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39512" y="1572768"/>
            <a:ext cx="146304" cy="14630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95544" y="1572768"/>
            <a:ext cx="146304" cy="14630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52160" y="14813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Terminal — iOS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846320" y="1828800"/>
            <a:ext cx="4023360" cy="1572768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83480" y="1920240"/>
            <a:ext cx="37947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Cài pods (chỉ cần lần đầu)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ios &amp;&amp; pod install &amp;&amp; cd ..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1: Start Metro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start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2: Chạy iOS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run ios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HOẶC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react-native run-ios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Simulator sẽ tự mở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846320" y="3474720"/>
            <a:ext cx="4023360" cy="384048"/>
          </a:xfrm>
          <a:prstGeom prst="rect">
            <a:avLst/>
          </a:prstGeom>
          <a:solidFill>
            <a:srgbClr val="555555">
              <a:alpha val="20000"/>
            </a:srgbClr>
          </a:solidFill>
          <a:ln w="12700">
            <a:solidFill>
              <a:srgbClr val="888888">
                <a:alpha val="4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56048" y="35021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⚠️  Yêu cầu: macOS + Xcode + iOS Simulator (không có trên Windows)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74320" y="3950208"/>
            <a:ext cx="8595360" cy="1024128"/>
          </a:xfrm>
          <a:prstGeom prst="rect">
            <a:avLst/>
          </a:prstGeom>
          <a:solidFill>
            <a:srgbClr val="001F3F"/>
          </a:solidFill>
          <a:ln w="12700">
            <a:solidFill>
              <a:srgbClr val="00E5FF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274320" y="3950208"/>
            <a:ext cx="859536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096512"/>
            <a:ext cx="411480" cy="4114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914400" y="4041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Fast Refresh (Hot Reload) — Xem thay đổi ngay lập tức: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914400" y="432511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Chỉnh code → Lưu (Ctrl+S) → App tự reload trong 1 giây, không cần restart hay recompile! Đây là superpower của React Native.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89888"/>
          </a:xfrm>
          <a:prstGeom prst="rect">
            <a:avLst/>
          </a:prstGeom>
          <a:solidFill>
            <a:srgbClr val="001229"/>
          </a:solidFill>
          <a:ln w="12700">
            <a:solidFill>
              <a:srgbClr val="0012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0972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Bài Tập Về Nhà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15568" y="640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Hoàn thành trước buổi học tiếp theo — Bài 2: Components &amp; JSX nâng cao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498080" y="228600"/>
            <a:ext cx="1417320" cy="438912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2286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666"/>
                </a:solidFill>
              </a:rPr>
              <a:t>📅 Deadline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6666"/>
                </a:solidFill>
              </a:rPr>
              <a:t>Buổi học 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115568" y="1005840"/>
            <a:ext cx="7680960" cy="329184"/>
          </a:xfrm>
          <a:prstGeom prst="rect">
            <a:avLst/>
          </a:prstGeom>
          <a:solidFill>
            <a:srgbClr val="001F3F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4440" y="10424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✅ Setup Done  →  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34440" y="10424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✅ Setup Done  →  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234440" y="10424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⬜ Personalize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234440" y="10424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Tiến độ gợi ý: Bài 1 ✅ → Bài 2 ✅ → Bài 3 ⬜  (Gõ code mỗi ngày!)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82880" y="1444752"/>
            <a:ext cx="2798064" cy="36576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FF88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82880" y="1444752"/>
            <a:ext cx="2798064" cy="658368"/>
          </a:xfrm>
          <a:prstGeom prst="rect">
            <a:avLst/>
          </a:prstGeom>
          <a:solidFill>
            <a:srgbClr val="00FF88">
              <a:alpha val="8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2608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2960" y="15179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🛠️  Cài đặt thành công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" y="1847088"/>
            <a:ext cx="1417320" cy="201168"/>
          </a:xfrm>
          <a:prstGeom prst="rect">
            <a:avLst/>
          </a:prstGeom>
          <a:solidFill>
            <a:srgbClr val="00FF88">
              <a:alpha val="3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18470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Cơ bản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292608" y="219456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</a:rPr>
              <a:t>⬜  </a:t>
            </a:r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Cài Node.js LTS (nodejs.org) → kiểm tra: node -v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92608" y="25786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</a:rPr>
              <a:t>⬜  </a:t>
            </a:r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Cài pnpm toàn cục → kiểm tra: pnpm -v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92608" y="29626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</a:rPr>
              <a:t>⬜  </a:t>
            </a:r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Tạo project: npx react-native@latest init MyFirstApp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92608" y="334670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</a:rPr>
              <a:t>⬜  </a:t>
            </a:r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Tạo file .npmrc với shamefully-hoist=true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92608" y="373075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</a:rPr>
              <a:t>⬜  </a:t>
            </a:r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Chạy: pnpm install → ✅ không lỗi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74320" y="4151376"/>
            <a:ext cx="2615184" cy="822960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7472" y="4224528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-v &amp;&amp; pnpm -v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v22.x.x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9.x.x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3163824" y="1444752"/>
            <a:ext cx="2798064" cy="3657600"/>
          </a:xfrm>
          <a:prstGeom prst="rect">
            <a:avLst/>
          </a:prstGeom>
          <a:solidFill>
            <a:srgbClr val="001F3F"/>
          </a:solidFill>
          <a:ln w="12700">
            <a:solidFill>
              <a:srgbClr val="FF6B35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163824" y="1444752"/>
            <a:ext cx="2798064" cy="658368"/>
          </a:xfrm>
          <a:prstGeom prst="rect">
            <a:avLst/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73552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3803904" y="15179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 Chạy App Thành Công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803904" y="1847088"/>
            <a:ext cx="1417320" cy="201168"/>
          </a:xfrm>
          <a:prstGeom prst="rect">
            <a:avLst/>
          </a:prstGeom>
          <a:solidFill>
            <a:srgbClr val="FF6B35">
              <a:alpha val="3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03904" y="18470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Trung bình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273552" y="219456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</a:rPr>
              <a:t>⬜  </a:t>
            </a:r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Mở Android Studio → tạo AVD (Pixel 8 API 35)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3273552" y="25786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</a:rPr>
              <a:t>⬜  </a:t>
            </a:r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Terminal 1: pnpm start (Metro Bundler)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3273552" y="29626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</a:rPr>
              <a:t>⬜  </a:t>
            </a:r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Terminal 2: pnpm run android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3273552" y="334670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</a:rPr>
              <a:t>⬜  </a:t>
            </a:r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App chạy trên emulator → thấy màn hình mặc định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273552" y="373075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</a:rPr>
              <a:t>⬜  </a:t>
            </a:r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Screenshot emulator và lưu lại làm bằng chứng!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255264" y="4151376"/>
            <a:ext cx="2615184" cy="822960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328416" y="4224528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Nếu gặp lỗi Android SDK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ANDROID_HOME=~/Android/Sdk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PATH=$PATH:$ANDROID_HOME/tools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6144768" y="1444752"/>
            <a:ext cx="2798064" cy="3657600"/>
          </a:xfrm>
          <a:prstGeom prst="rect">
            <a:avLst/>
          </a:prstGeom>
          <a:solidFill>
            <a:srgbClr val="001F3F"/>
          </a:solidFill>
          <a:ln w="12700">
            <a:solidFill>
              <a:srgbClr val="00E5FF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144768" y="1444752"/>
            <a:ext cx="2798064" cy="658368"/>
          </a:xfrm>
          <a:prstGeom prst="rect">
            <a:avLst/>
          </a:prstGeom>
          <a:solidFill>
            <a:srgbClr val="00E5FF">
              <a:alpha val="8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54496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6784848" y="15179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✏️  Cá Nhân Hóa App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784848" y="1847088"/>
            <a:ext cx="1417320" cy="201168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784848" y="184708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Sáng tạo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6254496" y="219456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</a:rPr>
              <a:t>⬜  </a:t>
            </a:r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Mở file App.tsx → xóa code mặc định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6254496" y="25786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</a:rPr>
              <a:t>⬜  </a:t>
            </a:r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Copy code HelloWorld từ slide này vào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6254496" y="29626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</a:rPr>
              <a:t>⬜  </a:t>
            </a:r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Thay 'Long' bằng TÊN CỦA BẠN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6254496" y="334670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</a:rPr>
              <a:t>⬜  </a:t>
            </a:r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Đổi màu backgroundColor sang màu yêu thích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6254496" y="373075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5FF"/>
                </a:solidFill>
              </a:rPr>
              <a:t>⬜  </a:t>
            </a:r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Thêm 1 dòng Text thứ 3 bất kỳ — sáng tạo!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6236208" y="4151376"/>
            <a:ext cx="2615184" cy="822960"/>
          </a:xfrm>
          <a:prstGeom prst="rect">
            <a:avLst/>
          </a:prstGeom>
          <a:solidFill>
            <a:srgbClr val="000810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309360" y="4224528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 style={styles.text}&gt;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Chào! Mình là [TÊN BẠN] 👋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&lt;/Text&gt;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3736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60604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7472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34340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457200"/>
            <a:ext cx="5486400" cy="3200400"/>
          </a:xfrm>
          <a:prstGeom prst="ellipse">
            <a:avLst/>
          </a:prstGeom>
          <a:solidFill>
            <a:srgbClr val="00E5FF">
              <a:alpha val="3000"/>
            </a:srgbClr>
          </a:solidFill>
          <a:ln w="12700">
            <a:solidFill>
              <a:srgbClr val="00E5FF">
                <a:alpha val="1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74320"/>
            <a:ext cx="411480" cy="41148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74320"/>
            <a:ext cx="411480" cy="41148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274320"/>
            <a:ext cx="411480" cy="41148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74320"/>
            <a:ext cx="411480" cy="41148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274320"/>
            <a:ext cx="411480" cy="4114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57200" y="74980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Bài 1 Hoàn Thành! 🎉</a:t>
            </a:r>
            <a:endParaRPr lang="en-US" sz="4000" dirty="0"/>
          </a:p>
        </p:txBody>
      </p:sp>
      <p:sp>
        <p:nvSpPr>
          <p:cNvPr id="15" name="Text 8"/>
          <p:cNvSpPr/>
          <p:nvPr/>
        </p:nvSpPr>
        <p:spPr>
          <a:xfrm>
            <a:off x="914400" y="15727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Bạn đã nắm vững nền tảng — pnpm + React Native + Hello World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1371600" y="2057400"/>
            <a:ext cx="6400800" cy="36576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457200" y="21762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Đã học được: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914400" y="2542032"/>
            <a:ext cx="2240280" cy="438912"/>
          </a:xfrm>
          <a:prstGeom prst="rect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914400" y="254203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pnpm install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3383280" y="2542032"/>
            <a:ext cx="2240280" cy="438912"/>
          </a:xfrm>
          <a:prstGeom prst="rect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3383280" y="254203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react-native init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852160" y="2542032"/>
            <a:ext cx="2240280" cy="438912"/>
          </a:xfrm>
          <a:prstGeom prst="rect">
            <a:avLst/>
          </a:prstGeom>
          <a:solidFill>
            <a:srgbClr val="FFD700">
              <a:alpha val="2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852160" y="254203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.npmrc config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914400" y="3072384"/>
            <a:ext cx="2240280" cy="438912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14400" y="307238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View + Text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3383280" y="3072384"/>
            <a:ext cx="2240280" cy="438912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3383280" y="307238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StyleSheet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5852160" y="3072384"/>
            <a:ext cx="2240280" cy="438912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852160" y="307238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Hot Reload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57200" y="3703320"/>
            <a:ext cx="8229600" cy="1207008"/>
          </a:xfrm>
          <a:prstGeom prst="rect">
            <a:avLst/>
          </a:prstGeom>
          <a:solidFill>
            <a:srgbClr val="001F3F"/>
          </a:solidFill>
          <a:ln w="12700">
            <a:solidFill>
              <a:srgbClr val="00E5FF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57200" y="3703320"/>
            <a:ext cx="82296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858768"/>
            <a:ext cx="566928" cy="56692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98448" y="376732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</a:rPr>
              <a:t>Tiếp theo — Bài 2: Components &amp; JSX Nâng Cao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1298448" y="4206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▸  useState &amp; useEffect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298448" y="4526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▸  Props drilling &amp; Custom Components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413248" y="4206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▸  FlatList &amp; ScrollView nâng cao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5413248" y="4526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▸  StyleSheet responsive design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2926080" y="4828032"/>
            <a:ext cx="3291840" cy="274320"/>
          </a:xfrm>
          <a:prstGeom prst="rect">
            <a:avLst/>
          </a:prstGeom>
          <a:solidFill>
            <a:srgbClr val="001229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2926080" y="48463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Quách Thành Long  •  React Native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1 - React Native &amp; pnpm 2026</dc:title>
  <dc:subject>PptxGenJS Presentation</dc:subject>
  <dc:creator>PptxGenJS</dc:creator>
  <cp:lastModifiedBy>PptxGenJS</cp:lastModifiedBy>
  <cp:revision>1</cp:revision>
  <dcterms:created xsi:type="dcterms:W3CDTF">2026-03-24T05:03:51Z</dcterms:created>
  <dcterms:modified xsi:type="dcterms:W3CDTF">2026-03-24T05:03:51Z</dcterms:modified>
</cp:coreProperties>
</file>