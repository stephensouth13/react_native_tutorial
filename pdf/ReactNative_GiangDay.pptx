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457200"/>
            <a:ext cx="1371600" cy="13716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822960"/>
            <a:ext cx="164592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651760"/>
            <a:ext cx="2926080" cy="292608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3108960"/>
            <a:ext cx="2011680" cy="201168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822960"/>
            <a:ext cx="201168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822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</a:rPr>
              <a:t>KHÓA HỌC MOBILE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389120" y="13716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Native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4389120" y="2286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Trình App Mobile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38912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Cơ Bản Đến Hoàn Chỉnh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89120" y="3429000"/>
            <a:ext cx="4389120" cy="27432"/>
          </a:xfrm>
          <a:prstGeom prst="rect">
            <a:avLst/>
          </a:prstGeom>
          <a:solidFill>
            <a:srgbClr val="8892A4">
              <a:alpha val="40000"/>
            </a:srgbClr>
          </a:solidFill>
          <a:ln w="12700">
            <a:solidFill>
              <a:srgbClr val="8892A4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15+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38912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Chương học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9788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50+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89788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Bài thực hành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0664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40664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Dự án thực tế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iOS  •  Android  •  Cross-Platform  •  JavaScript  •  TypeScript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Nội Dung Khóa Học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5603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4300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43000"/>
            <a:ext cx="41148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430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11978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C2E"/>
                </a:solidFill>
              </a:rPr>
              <a:t>Giới Thiệu React Native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15453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Khái niệm, so sánh với Native, cài đặt môi trường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846320" y="114300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143000"/>
            <a:ext cx="41148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1430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49240" y="11978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C2E"/>
                </a:solidFill>
              </a:rPr>
              <a:t>Components &amp; JSX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49240" y="15453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View, Text, Image, TouchableOpacity, FlatList...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4320" y="21031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103120"/>
            <a:ext cx="41148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1031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7240" y="21579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C2E"/>
                </a:solidFill>
              </a:rPr>
              <a:t>State &amp; Props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25054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useState, useEffect, truyền dữ liệu giữa components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46320" y="21031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46320" y="2103120"/>
            <a:ext cx="41148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21031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49240" y="21579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C2E"/>
                </a:solidFill>
              </a:rPr>
              <a:t>Styling &amp; Layout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49240" y="25054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StyleSheet, Flexbox, Responsive Design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74320" y="30632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3063240"/>
            <a:ext cx="41148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30632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77240" y="3118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C2E"/>
                </a:solidFill>
              </a:rPr>
              <a:t>Navigation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77240" y="34655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React Navigation: Stack, Tab, Drawer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846320" y="30632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46320" y="3063240"/>
            <a:ext cx="41148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30632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349240" y="3118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C2E"/>
                </a:solidFill>
              </a:rPr>
              <a:t>Gọi API &amp; Fetch Data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349240" y="34655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Axios, fetch, async/await, xử lý lỗi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274320" y="402336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274320" y="4023360"/>
            <a:ext cx="41148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74320" y="402336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77240" y="40782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C2E"/>
                </a:solidFill>
              </a:rPr>
              <a:t>State Management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77240" y="44256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Context API, Redux Toolkit, Zustand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846320" y="402336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846320" y="4023360"/>
            <a:ext cx="41148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46320" y="402336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349240" y="40782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C2E"/>
                </a:solidFill>
              </a:rPr>
              <a:t>Dự Án Thực Tế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349240" y="44256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Xây dựng app hoàn chỉnh từ đầu đến cuối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Native Là Gì?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C2E"/>
                </a:solidFill>
              </a:rPr>
              <a:t>React Native là framework mã nguồn mở của Meta cho phép xây dựng ứng dụng mobile native bằng JavaScript và React — một lần viết code, chạy được trên cả iOS và Android.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645920" cy="2011680"/>
          </a:xfrm>
          <a:prstGeom prst="rect">
            <a:avLst/>
          </a:prstGeom>
          <a:solidFill>
            <a:srgbClr val="E8F4FD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03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C2E"/>
                </a:solidFill>
              </a:rPr>
              <a:t>JavaScript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Ngôn ngữ quen thuộc, không cần học Swift hay Kotlin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23160" y="1920240"/>
            <a:ext cx="1645920" cy="2011680"/>
          </a:xfrm>
          <a:prstGeom prst="rect">
            <a:avLst/>
          </a:prstGeom>
          <a:solidFill>
            <a:srgbClr val="E8F4FD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1031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2316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C2E"/>
                </a:solidFill>
              </a:rPr>
              <a:t>Native UI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14600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Render component native thật sự, không phải WebView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206240" y="1920240"/>
            <a:ext cx="1645920" cy="2011680"/>
          </a:xfrm>
          <a:prstGeom prst="rect">
            <a:avLst/>
          </a:prstGeom>
          <a:solidFill>
            <a:srgbClr val="E8F4FD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10312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0624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C2E"/>
                </a:solidFill>
              </a:rPr>
              <a:t>Hot Reload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297680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Thấy thay đổi ngay lập tức khi code, tiết kiệm thời gian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035040" y="960120"/>
            <a:ext cx="2834640" cy="3931920"/>
          </a:xfrm>
          <a:prstGeom prst="rect">
            <a:avLst/>
          </a:prstGeom>
          <a:solidFill>
            <a:srgbClr val="0F1C2E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035040" y="1005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So Sánh Nhanh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35040" y="1463040"/>
            <a:ext cx="283464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8076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178040" y="1463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</a:rPr>
              <a:t>RN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001000" y="1463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</a:rPr>
              <a:t>Native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035040" y="1993392"/>
            <a:ext cx="2834640" cy="502920"/>
          </a:xfrm>
          <a:prstGeom prst="rect">
            <a:avLst/>
          </a:prstGeom>
          <a:solidFill>
            <a:srgbClr val="162D47"/>
          </a:solidFill>
          <a:ln w="12700">
            <a:solidFill>
              <a:srgbClr val="162D4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080760" y="19933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Ngôn ngữ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7178040" y="1993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JS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8001000" y="1993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Swift/Kotlin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6035040" y="2523744"/>
            <a:ext cx="283464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080760" y="25237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Hiệu năng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7178040" y="252374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★★★★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8001000" y="252374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★★★★★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035040" y="3054096"/>
            <a:ext cx="2834640" cy="502920"/>
          </a:xfrm>
          <a:prstGeom prst="rect">
            <a:avLst/>
          </a:prstGeom>
          <a:solidFill>
            <a:srgbClr val="162D47"/>
          </a:solidFill>
          <a:ln w="12700">
            <a:solidFill>
              <a:srgbClr val="162D47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080760" y="30540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Dev Speed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7178040" y="3054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★★★★★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8001000" y="3054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★★★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6035040" y="3584448"/>
            <a:ext cx="283464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080760" y="35844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Cross-platform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7178040" y="358444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✓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8001000" y="358444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✗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6035040" y="4114800"/>
            <a:ext cx="2834640" cy="502920"/>
          </a:xfrm>
          <a:prstGeom prst="rect">
            <a:avLst/>
          </a:prstGeom>
          <a:solidFill>
            <a:srgbClr val="162D47"/>
          </a:solidFill>
          <a:ln w="12700">
            <a:solidFill>
              <a:srgbClr val="162D47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080760" y="4114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Hot Reload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7178040" y="4114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✓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8001000" y="4114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Hạn chế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Cài Đặt Môi Trường Phát Triển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46888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0"/>
            <a:ext cx="4114800" cy="3749040"/>
          </a:xfrm>
          <a:prstGeom prst="rect">
            <a:avLst/>
          </a:prstGeom>
          <a:solidFill>
            <a:srgbClr val="1B3A5C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97280"/>
            <a:ext cx="411480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2E"/>
                </a:solidFill>
              </a:rPr>
              <a:t>🚀 Expo CLI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</a:rPr>
              <a:t>(Khuyên dùng cho người mới)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749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9385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 -g expo-cli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2542032"/>
            <a:ext cx="3749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6517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create-expo-app MyApp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3255264"/>
            <a:ext cx="3749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3649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MyApp &amp;&amp; npx expo start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3968496"/>
            <a:ext cx="3749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0782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Quét QR bằng Expo Go app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37760" y="1097280"/>
            <a:ext cx="4114800" cy="3749040"/>
          </a:xfrm>
          <a:prstGeom prst="rect">
            <a:avLst/>
          </a:prstGeom>
          <a:solidFill>
            <a:srgbClr val="1B3A5C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1097280"/>
            <a:ext cx="4114800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74920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2E"/>
                </a:solidFill>
              </a:rPr>
              <a:t>⚙️ React Native CLI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74920" y="14264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</a:rPr>
              <a:t>(Dự án nâng cao)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120640" y="1828800"/>
            <a:ext cx="3749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57800" y="19385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Cài Node.js, JDK, Android Studio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120640" y="2542032"/>
            <a:ext cx="3749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57800" y="26517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react-native init MyApp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120640" y="3255264"/>
            <a:ext cx="3749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57800" y="33649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react-native run-android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120640" y="3968496"/>
            <a:ext cx="3749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57800" y="40782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react-native run-ios (macOS)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Yêu cầu: Node.js 18+  •  npm hoặc yarn  •  Android Studio / Xcode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Components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46888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515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105156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View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Container layout, tương đương &lt;div&gt;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1874520"/>
            <a:ext cx="256032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style={styles.box}&gt;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{/* children */}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&lt;/View&gt;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00400" y="10515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51560"/>
            <a:ext cx="274320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0128" y="105156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Text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9184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Hiển thị văn bản, tương đương &lt;p&gt;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91840" y="1874520"/>
            <a:ext cx="256032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3756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 style={styles.title}&gt;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Xin chào!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&lt;/Text&gt;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126480" y="10515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1051560"/>
            <a:ext cx="274320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105156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Image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1792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Hiển thị ảnh local hoặc từ URL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17920" y="1874520"/>
            <a:ext cx="256032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&lt;Image source={{uri: url}}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style={{w:100, h:100}} /&gt;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30175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3017520"/>
            <a:ext cx="274320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" y="301752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TextInput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6576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Ô nhập liệu từ bàn phím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5760" y="3840480"/>
            <a:ext cx="256032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3886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&lt;TextInput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placeholder="Nhập tên..."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onChangeText={setText} /&gt;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200400" y="30175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00400" y="3017520"/>
            <a:ext cx="274320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10128" y="301752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TouchableOpacity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9184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Button có hiệu ứng mờ khi nhấn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291840" y="3840480"/>
            <a:ext cx="256032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337560" y="3886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&lt;TouchableOpacity onPress={fn}&gt;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&lt;Text&gt;Bấm vào đây&lt;/Text&gt;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&lt;/TouchableOpacity&gt;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6126480" y="30175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126480" y="3017520"/>
            <a:ext cx="274320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301752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FlatList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21792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Render danh sách hiệu năng cao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217920" y="3840480"/>
            <a:ext cx="256032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63640" y="3886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&lt;FlatList data={items}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renderItem={({item}) =&gt;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&lt;Text&gt;{item.name}&lt;/Text&gt;} /&gt;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 &amp; Props — Quản Lý Dữ Liệu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C2E"/>
                </a:solidFill>
              </a:rPr>
              <a:t>useState Hook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023360" cy="3383280"/>
          </a:xfrm>
          <a:prstGeom prst="rect">
            <a:avLst/>
          </a:prstGeom>
          <a:solidFill>
            <a:srgbClr val="0F1C2E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React, { useState } from 'react-native';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Counter()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[count, setCount] = useState(0);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&lt;Text&gt;Đếm: {count}&lt;/Text&gt;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&lt;TouchableOpacity onPress={() =&gt; setCount(count + 1)}&gt;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&lt;Text&gt;Tăng&lt;/Text&gt;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&lt;/TouchableOpacity&gt;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29768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005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C2E"/>
                </a:solidFill>
              </a:rPr>
              <a:t>Props — Truyền Dữ Liệu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4297680" cy="2560320"/>
          </a:xfrm>
          <a:prstGeom prst="rect">
            <a:avLst/>
          </a:prstGeom>
          <a:solidFill>
            <a:srgbClr val="0F1C2E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5544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Component con nhận props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Greeting({ name, age })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&lt;Text&gt;Xin chào {name}, {age} tuổi!&lt;/Text&gt;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Component cha truyền props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&lt;Greeting name="Minh" age={25} /&gt;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4114800"/>
            <a:ext cx="429768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D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4160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</a:rPr>
              <a:t>State thay đổi → component re-render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439826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</a:rPr>
              <a:t>Props là read-only, không thay đổi trong component con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46360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</a:rPr>
              <a:t>useEffect để xử lý side effects (API call, timer...)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Styling &amp; Flexbox Layout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8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StyleSheet API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371600"/>
            <a:ext cx="393192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6304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flex: 1,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'#fff',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alignItems: 'center',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justifyContent: 'center',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fontSize: 24,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fontWeight: 'bold',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'#333',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marginBottom: 16,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button: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'#0077B6',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paddingHorizontal: 24,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paddingVertical: 12,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borderRadius: 8,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0" y="1005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Flexbox Direction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0" y="1371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flexDirection: 'row'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0" y="1691640"/>
            <a:ext cx="128016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16916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Box 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1691640"/>
            <a:ext cx="128016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16916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Box 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0" y="1691640"/>
            <a:ext cx="1280160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0" y="16916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Box 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0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flexDirection: 'column'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0" y="2743200"/>
            <a:ext cx="292608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27432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Box 1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0" y="3246120"/>
            <a:ext cx="2926080" cy="4389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32461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Box 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0" y="3749040"/>
            <a:ext cx="2926080" cy="4389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37490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Box 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0" y="43159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justifyContent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Main axis (flex-start, center, flex-end, space-between)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0" y="45720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alignItems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Cross axis (flex-start, center, flex-end, stretch)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0" y="48280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flex: 1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Chiếm toàn bộ không gian còn lại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Navigation — Điều Hướng Màn Hình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46888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8595360" cy="502920"/>
          </a:xfrm>
          <a:prstGeom prst="rect">
            <a:avLst/>
          </a:prstGeom>
          <a:solidFill>
            <a:srgbClr val="0F1C2E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@react-navigation/native @react-navigation/stack @react-navigation/bottom-tabs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16002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600200"/>
            <a:ext cx="274320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6276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Stack Navigator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Chuyển màn hình theo stack (đẩy/kéo)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65760" y="2514600"/>
            <a:ext cx="2560320" cy="2286000"/>
          </a:xfrm>
          <a:prstGeom prst="rect">
            <a:avLst/>
          </a:prstGeom>
          <a:solidFill>
            <a:srgbClr val="0F1C2E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2578608"/>
            <a:ext cx="2423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&lt;Stack.Navigator&gt;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&lt;Stack.Screen name="Home"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component={HomeScreen}/&gt;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&lt;Stack.Screen name="Detail"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component={DetailScreen}/&gt;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&lt;/Stack.Navigator&gt;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200400" y="16002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600200"/>
            <a:ext cx="274320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0" y="16276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Bottom Tab Navigator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918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Thanh tab bên dưới màn hình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91840" y="2514600"/>
            <a:ext cx="2560320" cy="2286000"/>
          </a:xfrm>
          <a:prstGeom prst="rect">
            <a:avLst/>
          </a:prstGeom>
          <a:solidFill>
            <a:srgbClr val="0F1C2E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64992" y="2578608"/>
            <a:ext cx="2423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&lt;Tab.Navigator&gt;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&lt;Tab.Screen name="Home"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component={HomeScreen}/&gt;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&lt;Tab.Screen name="Profile"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component={ProfileScreen}/&gt;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&lt;/Tab.Navigator&gt;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126480" y="16002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1600200"/>
            <a:ext cx="274320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16276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Drawer Navigator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1792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Menu kéo ra từ bên cạnh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17920" y="2514600"/>
            <a:ext cx="2560320" cy="2286000"/>
          </a:xfrm>
          <a:prstGeom prst="rect">
            <a:avLst/>
          </a:prstGeom>
          <a:solidFill>
            <a:srgbClr val="0F1C2E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91072" y="2578608"/>
            <a:ext cx="2423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&lt;Drawer.Navigator&gt;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&lt;Drawer.Screen name="Home"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component={HomeScreen}/&gt;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&lt;Drawer.Screen name="Settings"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component={SettingsScreen}/&gt;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&lt;/Drawer.Navigator&gt;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Gọi API &amp; Xử Lý Dữ Liệu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4688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Fetch API (Built-in)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389888"/>
            <a:ext cx="402336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81328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[data, setData] = useState(null);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[loading, setLoading] = useState(false);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fetchData = async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setLoading(true);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res = await fetch(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'https://api.example.com/users'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json = await res.json();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setData(json);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(error)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console.error(error);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finally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setLoading(false);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fetchData();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[]);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Axios (Thư viện phổ biến)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389888"/>
            <a:ext cx="4114800" cy="3017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1481328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Cài đặt: npm install axios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axios from 'axios';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 = axios.create({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baseURL: 'https://api.example.com',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timeout: 10000,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request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users = await api.get('/users');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request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await api.post('/login',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'test@email.com',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'123456'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63440" y="4480560"/>
            <a:ext cx="41148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45354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▸  Luôn xử lý trạng thái loading, error, success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54880" y="47091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▸  Dùng ActivityIndicator khi đang tải dữ liệu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54880" y="488289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▸  AsyncStorage để cache dữ liệu offline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 Management — Quản Lý Trạng Thái Toàn Cục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46888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 API (Built-in)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463040"/>
            <a:ext cx="2743200" cy="3474720"/>
          </a:xfrm>
          <a:prstGeom prst="rect">
            <a:avLst/>
          </a:prstGeom>
          <a:solidFill>
            <a:srgbClr val="0F1C2E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536192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AuthContext = createContext();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AuthProvider({children})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[user, setUser] = useState(null);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&lt;AuthContext.Provider value={{user,setUser}}&gt;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{children}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&lt;/AuthContext.Provider&gt;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Sử dụng trong component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{user} = useContext(AuthContext);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4612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Redux Toolkit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463040"/>
            <a:ext cx="2743200" cy="3474720"/>
          </a:xfrm>
          <a:prstGeom prst="rect">
            <a:avLst/>
          </a:prstGeom>
          <a:solidFill>
            <a:srgbClr val="0F1C2E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0128" y="1536192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counterSlice = createSlice({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'counter',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initialState: { value: 0 },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reducers: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increment: (state) =&gt;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state.value += 1;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decrement: (state) =&gt;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state.value -= 1;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dispatch action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dispatch(increment());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state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count = useSelector(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 =&gt; state.counter.value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C2E"/>
                </a:solidFill>
              </a:rPr>
              <a:t>Zustand (Đơn giản nhất)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1463040"/>
            <a:ext cx="2743200" cy="3474720"/>
          </a:xfrm>
          <a:prstGeom prst="rect">
            <a:avLst/>
          </a:prstGeom>
          <a:solidFill>
            <a:srgbClr val="0F1C2E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6208" y="1536192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create from 'zustand';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useStore = create((set) =&gt; ({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count: 0,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increase: () =&gt; set(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(state) =&gt; ({count: state.count + 1})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reset: () =&gt; set({ count: 0 }),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Trong component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Counter()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{count, increase} = useStore();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onPress={increase}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title={'Count: ' + count} /&gt;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Dự Án Thực Tế — Todo App Hoàn Chỉnh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8288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2926080" cy="39319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51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Tính Năng App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4048" y="1444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Thêm / Xóa / Sửa công việc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84048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Đánh dấu hoàn thành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4048" y="2304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Lọc theo trạng thái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84048" y="27340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Lưu local với AsyncStorage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84048" y="3163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Dark / Light theme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4048" y="3593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Animation mượt mà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4048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Pull-to-refresh danh sách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84048" y="4453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Empty state UI đẹp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383280" y="1005840"/>
            <a:ext cx="2651760" cy="3931920"/>
          </a:xfrm>
          <a:prstGeom prst="rect">
            <a:avLst/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0" y="1051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Stack Công Nghệ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93008" y="1444752"/>
            <a:ext cx="2423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84448" y="14721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React Native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584448" y="17282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Framework chính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493008" y="2020824"/>
            <a:ext cx="2423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84448" y="20482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TypeScript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584448" y="230428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Type-safe code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493008" y="2596896"/>
            <a:ext cx="2423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84448" y="2624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React Navigation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584448" y="28803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Điều hướng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493008" y="3172968"/>
            <a:ext cx="2423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84448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Zustand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584448" y="34564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State management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493008" y="3749040"/>
            <a:ext cx="2423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84448" y="37764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AsyncStorage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584448" y="403250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Lưu trữ local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493008" y="4325112"/>
            <a:ext cx="2423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84448" y="43525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Expo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584448" y="460857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Build &amp; deploy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217920" y="1005840"/>
            <a:ext cx="2743200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936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Cấu Trúc Thư Mục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309360" y="1444752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src/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components/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TodoItem.tsx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TodoForm.tsx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EmptyState.tsx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screens/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HomeScreen.tsx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SettingsScreen.tsx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store/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todoStore.ts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themeStore.ts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hooks/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useTodos.ts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types/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index.ts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utils/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storage.ts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App.tsx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Debug &amp; Deploy Ứng Dụng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🐛  Công Cụ Debug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81328"/>
            <a:ext cx="54864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179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React DevTools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7099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Inspect component tree, state, props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984248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84248"/>
            <a:ext cx="54864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02082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Flipper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21284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Network, database, layout inspector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487168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87168"/>
            <a:ext cx="54864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237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console.log()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271576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Debug cơ bản nhanh chóng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990088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990088"/>
            <a:ext cx="54864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266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Error Boundaries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" y="321868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Bắt lỗi render component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493008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93008"/>
            <a:ext cx="54864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5295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LogBox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" y="37216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Cảnh báo và lỗi trực quan hơn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80560" y="1005840"/>
            <a:ext cx="438912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005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Quy Trình Deploy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20391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</a:rPr>
              <a:t>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80560" y="1508760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26280" y="1618488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1563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Build Production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18379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expo build:android / expo build:ios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37760" y="27340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</a:rPr>
              <a:t>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480560" y="2203704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26280" y="2313432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Test trên thiết bị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2532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TestFlight (iOS), Internal Testing (Android)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37760" y="34290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</a:rPr>
              <a:t>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480560" y="2898648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26280" y="3008376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2628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Submit Store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0" y="3227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App Store Connect / Google Play Console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37760" y="41239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</a:rPr>
              <a:t>↓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480560" y="3593592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26280" y="3703320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262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29200" y="3648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Review &amp; Publish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0" y="39227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Chờ review 1-3 ngày, sau đó publish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480560" y="4288536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26280" y="4398264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2628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292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C2E"/>
                </a:solidFill>
              </a:rPr>
              <a:t>OTA Updates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02920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</a:rPr>
              <a:t>expo publish — cập nhật không cần submit lại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 &amp; Tips Thực Chiến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1B3A5C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6984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005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2E"/>
                </a:solidFill>
              </a:rPr>
              <a:t>Dùng TypeScript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536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Khai báo type rõ ràng cho props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19293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Interface cho API response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23225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Tránh any — dùng unknown nếu cần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1B3A5C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06984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5232" y="1005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2E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37760" y="1536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useMemo, useCallback tránh re-render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937760" y="19293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FlatList thay ScrollView cho list dài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937760" y="23225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React.memo cho pure components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1B3A5C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" y="3017520"/>
            <a:ext cx="411480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081528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4672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2E"/>
                </a:solidFill>
              </a:rPr>
              <a:t>Code Structure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3547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Tách components nhỏ, tái sử dụng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457200" y="39410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Custom hooks cho logic phức tạp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57200" y="43342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Hằng số vào file constants riêng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754880" y="3017520"/>
            <a:ext cx="4114800" cy="1828800"/>
          </a:xfrm>
          <a:prstGeom prst="rect">
            <a:avLst/>
          </a:prstGeom>
          <a:solidFill>
            <a:srgbClr val="1B3A5C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54880" y="3017520"/>
            <a:ext cx="411480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081528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85232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2E"/>
                </a:solidFill>
              </a:rPr>
              <a:t>Testing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937760" y="3547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Jest + React Native Testing Library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937760" y="39410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Test component render cơ bản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4937760" y="43342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Mock API calls khi test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Tài Liệu &amp; Học Thêm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46888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51560"/>
            <a:ext cx="411480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1051560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📖  Tài Liệu Chính Thức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581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C2E"/>
                </a:solidFill>
              </a:rPr>
              <a:t>reactnative.dev — Docs đầy đủ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975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C2E"/>
                </a:solidFill>
              </a:rPr>
              <a:t>docs.expo.dev — Expo documentation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3682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C2E"/>
                </a:solidFill>
              </a:rPr>
              <a:t>reactnavigation.org — Navigation guide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51560"/>
            <a:ext cx="411480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64608" y="1051560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🎬  Video Học Miễn Phí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1581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C2E"/>
                </a:solidFill>
              </a:rPr>
              <a:t>YouTube: Traversy Media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37760" y="1975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C2E"/>
                </a:solidFill>
              </a:rPr>
              <a:t>YouTube: Academind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23682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C2E"/>
                </a:solidFill>
              </a:rPr>
              <a:t>freeCodeCamp React Native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017520"/>
            <a:ext cx="411480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3017520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Công Cụ Hữu Ích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3547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C2E"/>
                </a:solidFill>
              </a:rPr>
              <a:t>Expo Snack — Code online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39410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C2E"/>
                </a:solidFill>
              </a:rPr>
              <a:t>React Native Directory — Tìm thư viện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3342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C2E"/>
                </a:solidFill>
              </a:rPr>
              <a:t>Reactiflux Discord — Cộng đồng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30175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3017520"/>
            <a:ext cx="411480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3017520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 Thư Viện Phổ Biến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37760" y="3547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C2E"/>
                </a:solidFill>
              </a:rPr>
              <a:t>react-native-paper (UI)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937760" y="39410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C2E"/>
                </a:solidFill>
              </a:rPr>
              <a:t>react-native-vector-icons (icons)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937760" y="43342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C2E"/>
                </a:solidFill>
              </a:rPr>
              <a:t>react-native-maps (bản đồ)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731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🎉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371600" y="1554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Chúc Mừng!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1371600" y="2331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Bạn đã hoàn thành khóa học React Native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371600" y="2926080"/>
            <a:ext cx="6400800" cy="36576"/>
          </a:xfrm>
          <a:prstGeom prst="rect">
            <a:avLst/>
          </a:prstGeom>
          <a:solidFill>
            <a:srgbClr val="8892A4">
              <a:alpha val="40000"/>
            </a:srgbClr>
          </a:solidFill>
          <a:ln w="12700">
            <a:solidFill>
              <a:srgbClr val="8892A4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Bước Tiếp Theo: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71600" y="3401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1.  Xây dựng portfolio với 2-3 dự án hoàn chỉnh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7160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2.  Đăng ký tài khoản App Store / Google Play Developer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71600" y="4096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3.  Tham gia cộng đồng React Native Việt Nam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Happy Coding! 🚀  Build Something Amazing!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Native - Lập Trình App Mobile Hoàn Chỉnh</dc:title>
  <dc:subject>PptxGenJS Presentation</dc:subject>
  <dc:creator>React Native Course</dc:creator>
  <cp:lastModifiedBy>React Native Course</cp:lastModifiedBy>
  <cp:revision>1</cp:revision>
  <dcterms:created xsi:type="dcterms:W3CDTF">2026-03-23T08:29:09Z</dcterms:created>
  <dcterms:modified xsi:type="dcterms:W3CDTF">2026-03-23T08:29:09Z</dcterms:modified>
</cp:coreProperties>
</file>